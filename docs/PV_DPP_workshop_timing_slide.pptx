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caf0e6b2174957" /><Relationship Type="http://schemas.openxmlformats.org/officeDocument/2006/relationships/extended-properties" Target="/docProps/app.xml" Id="R739b0f3e22d24fa8" /><Relationship Type="http://schemas.openxmlformats.org/officeDocument/2006/relationships/officeDocument" Target="/ppt/presentation.xml" Id="Rbae5f4062f1e46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2b2cb17b074c4f"/>
  </p:sldMasterIdLst>
  <p:notesMasterIdLst>
    <p:notesMasterId xmlns:r="http://schemas.openxmlformats.org/officeDocument/2006/relationships" r:id="R902ae65b4faa4615"/>
  </p:notesMasterIdLst>
  <p:sldIdLst>
    <p:sldId xmlns:r="http://schemas.openxmlformats.org/officeDocument/2006/relationships" id="256" r:id="R17acfd8d49cf44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b2cb17b074c4f" /><Relationship Type="http://schemas.openxmlformats.org/officeDocument/2006/relationships/theme" Target="/ppt/theme/theme1.xml" Id="Rc3c822f2c3234ee9" /><Relationship Type="http://schemas.openxmlformats.org/officeDocument/2006/relationships/notesMaster" Target="/ppt/notesMasters/notesMaster1.xml" Id="R902ae65b4faa4615" /><Relationship Type="http://schemas.openxmlformats.org/officeDocument/2006/relationships/presProps" Target="/ppt/presProps.xml" Id="Rd583ff03e50e4cb4" /><Relationship Type="http://schemas.openxmlformats.org/officeDocument/2006/relationships/viewProps" Target="/ppt/viewProps.xml" Id="R0d8e19b9531c462f" /><Relationship Type="http://schemas.openxmlformats.org/officeDocument/2006/relationships/tableStyles" Target="/ppt/tableStyles.xml" Id="R488168a88f474e44" /><Relationship Type="http://schemas.openxmlformats.org/officeDocument/2006/relationships/slide" Target="/ppt/slides/slide1.xml" Id="R17acfd8d49cf44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36d0b1b76b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244a454811422d" /><Relationship Type="http://schemas.openxmlformats.org/officeDocument/2006/relationships/notesMaster" Target="/ppt/notesMasters/notesMaster1.xml" Id="Rc3805a09e54242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5e3262129048a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b894230dc3745dd" /><Relationship Type="http://schemas.openxmlformats.org/officeDocument/2006/relationships/slideLayout" Target="/ppt/slideLayouts/slideLayout2.xml" Id="R63f14bfedadf4a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f14bfedadf4a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efc671c1294abf" /><Relationship Type="http://schemas.openxmlformats.org/officeDocument/2006/relationships/image" Target="/ppt/media/image.png" Id="R4de1da90114a4dc6" /><Relationship Type="http://schemas.openxmlformats.org/officeDocument/2006/relationships/image" Target="/ppt/media/image2.png" Id="Rae753e65b5574422" /><Relationship Type="http://schemas.openxmlformats.org/officeDocument/2006/relationships/image" Target="/ppt/media/image.svg" Id="Rb9b66502599d409d" /><Relationship Type="http://schemas.openxmlformats.org/officeDocument/2006/relationships/image" Target="/ppt/media/image3.png" Id="R50063368c4ee4001" /><Relationship Type="http://schemas.openxmlformats.org/officeDocument/2006/relationships/image" Target="/ppt/media/image2.svg" Id="Rd0d7b29737e04076" /><Relationship Type="http://schemas.openxmlformats.org/officeDocument/2006/relationships/image" Target="/ppt/media/image4.png" Id="R15d66221779b4dd7" /><Relationship Type="http://schemas.openxmlformats.org/officeDocument/2006/relationships/image" Target="/ppt/media/image3.svg" Id="R4660f75890f94296" /><Relationship Type="http://schemas.openxmlformats.org/officeDocument/2006/relationships/image" Target="/ppt/media/image5.png" Id="R4ab86db5963f4c08" /><Relationship Type="http://schemas.openxmlformats.org/officeDocument/2006/relationships/image" Target="/ppt/media/image4.svg" Id="Rd599cd4aedb44032" /><Relationship Type="http://schemas.openxmlformats.org/officeDocument/2006/relationships/image" Target="/ppt/media/image6.png" Id="R14ea5b9ec7764fcd" /><Relationship Type="http://schemas.openxmlformats.org/officeDocument/2006/relationships/image" Target="/ppt/media/image5.svg" Id="R78a2e24545e84b02" /><Relationship Type="http://schemas.openxmlformats.org/officeDocument/2006/relationships/notesSlide" Target="/ppt/notesSlides/notesSlide1.xml" Id="Rad3998d9aa814a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86DE6-0AF5-44B7-839A-4E7A7100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AE7B7-576E-48F5-A1F3-669B4895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4F1"/>
          </a:solidFill>
          <a:ln xmlns:a="http://schemas.openxmlformats.org/drawingml/2006/main" w="13335">
            <a:solidFill>
              <a:srgbClr val="AFCB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45957-202A-4052-A0D7-AE13119A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594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7594F"/>
                </a:solidFill>
                <a:latin typeface="Aptos Display"/>
                <a:ea typeface="Aptos Display"/>
                <a:cs typeface="Aptos Display"/>
              </a:rPr>
              <a:t>PV Panel DPP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3C00B6-FB21-4AE9-B16B-CB579A76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21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21F"/>
                </a:solidFill>
                <a:latin typeface="Aptos"/>
                <a:ea typeface="Aptos"/>
                <a:cs typeface="Aptos"/>
              </a:rPr>
              <a:t>15 minutes to build, calculate, and export one mock Digital Product Passport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1da90114a4dc6"/>
          <a:stretch xmlns:a="http://schemas.openxmlformats.org/drawingml/2006/main"/>
        </p:blipFill>
        <p:spPr>
          <a:xfrm xmlns:a="http://schemas.openxmlformats.org/drawingml/2006/main">
            <a:off x="9727589" y="438150"/>
            <a:ext cx="1023572" cy="819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C7326-5873-4AD3-B9EC-464CACA1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2614613" cy="2952750"/>
          </a:xfrm>
          <a:prstGeom xmlns:a="http://schemas.openxmlformats.org/drawingml/2006/main" prst="roundRect">
            <a:avLst>
              <a:gd name="adj" fmla="val 2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872F8-1D60-4701-8056-4C336F82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F63"/>
          </a:solidFill>
          <a:ln xmlns:a="http://schemas.openxmlformats.org/drawingml/2006/main" w="0">
            <a:solidFill>
              <a:srgbClr val="0B6F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C745B-1A62-4FAC-8B45-7B9FBE4B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53e65b5574422">
            <a:extLst>
              <a:ext uri="{96DAC541-7B7A-43D3-8B79-37D633B846F1}">
                <asvg:svgBlip xmlns:asvg="http://schemas.microsoft.com/office/drawing/2016/SVG/main" r:embed="Rb9b66502599d40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52688" y="20669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0D7B3-DFE1-4D33-86AD-D79062D8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15741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6F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F63"/>
                </a:solidFill>
                <a:latin typeface="Aptos"/>
                <a:ea typeface="Aptos"/>
                <a:cs typeface="Aptos"/>
              </a:rPr>
              <a:t>0-2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8F211-E6AC-433D-8C13-5E631901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1574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21F"/>
                </a:solidFill>
                <a:latin typeface="Aptos Display"/>
                <a:ea typeface="Aptos Display"/>
                <a:cs typeface="Aptos Display"/>
              </a:rPr>
              <a:t>Product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9F5CA-A096-4305-A51E-B1F832E4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1574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3"/>
          </a:solidFill>
          <a:ln xmlns:a="http://schemas.openxmlformats.org/drawingml/2006/main" w="0">
            <a:solidFill>
              <a:srgbClr val="DDE7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16264-36BB-44D5-9993-0B397505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21574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706B"/>
                </a:solidFill>
                <a:latin typeface="Aptos"/>
                <a:ea typeface="Aptos"/>
                <a:cs typeface="Aptos"/>
              </a:rPr>
              <a:t>Confirm PV panel, Belgium as assembly location, and reference 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35DC7-C013-4309-B4AE-0772D773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1790700"/>
            <a:ext cx="2614613" cy="2952750"/>
          </a:xfrm>
          <a:prstGeom xmlns:a="http://schemas.openxmlformats.org/drawingml/2006/main" prst="roundRect">
            <a:avLst>
              <a:gd name="adj" fmla="val 2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1A558-FB96-4FFC-88DC-276C3D32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019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D8F"/>
          </a:solidFill>
          <a:ln xmlns:a="http://schemas.openxmlformats.org/drawingml/2006/main" w="0">
            <a:solidFill>
              <a:srgbClr val="245D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041E1-722F-4CEC-A6E7-F0A65482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1240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63368c4ee4001">
            <a:extLst>
              <a:ext uri="{96DAC541-7B7A-43D3-8B79-37D633B846F1}">
                <asvg:svgBlip xmlns:asvg="http://schemas.microsoft.com/office/drawing/2016/SVG/main" r:embed="Rd0d7b29737e040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76850" y="20669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07E29-CBB5-4361-80A8-B74EA79E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724150"/>
            <a:ext cx="215741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D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D8F"/>
                </a:solidFill>
                <a:latin typeface="Aptos"/>
                <a:ea typeface="Aptos"/>
                <a:cs typeface="Aptos"/>
              </a:rPr>
              <a:t>2-10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9365E-48E5-4895-B2F2-458C00C3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048000"/>
            <a:ext cx="21574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21F"/>
                </a:solidFill>
                <a:latin typeface="Aptos Display"/>
                <a:ea typeface="Aptos Display"/>
                <a:cs typeface="Aptos Display"/>
              </a:rPr>
              <a:t>Inventory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F0630-92D0-44F8-AE68-B8920C40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43300"/>
            <a:ext cx="21574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3"/>
          </a:solidFill>
          <a:ln xmlns:a="http://schemas.openxmlformats.org/drawingml/2006/main" w="0">
            <a:solidFill>
              <a:srgbClr val="DDE7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32476-E320-4264-BDAC-8FEFC6E3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762375"/>
            <a:ext cx="21574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706B"/>
                </a:solidFill>
                <a:latin typeface="Aptos"/>
                <a:ea typeface="Aptos"/>
                <a:cs typeface="Aptos"/>
              </a:rPr>
              <a:t>Add the simplified material rows. The Chinese PV cell DPP is already loaded.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E81F0-2AAA-4647-97DE-C729E4E8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90700"/>
            <a:ext cx="2614613" cy="2952750"/>
          </a:xfrm>
          <a:prstGeom xmlns:a="http://schemas.openxmlformats.org/drawingml/2006/main" prst="roundRect">
            <a:avLst>
              <a:gd name="adj" fmla="val 2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B7328-F582-4BA2-91C7-DBF39BDE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19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B00"/>
          </a:solidFill>
          <a:ln xmlns:a="http://schemas.openxmlformats.org/drawingml/2006/main" w="0">
            <a:solidFill>
              <a:srgbClr val="A66B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4ADF1-473B-4850-9AA0-976C079B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240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66221779b4dd7">
            <a:extLst>
              <a:ext uri="{96DAC541-7B7A-43D3-8B79-37D633B846F1}">
                <asvg:svgBlip xmlns:asvg="http://schemas.microsoft.com/office/drawing/2016/SVG/main" r:embed="R4660f75890f942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01013" y="20669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D7358D-4E20-47FE-B740-0D5D33D5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215741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6B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6B00"/>
                </a:solidFill>
                <a:latin typeface="Aptos"/>
                <a:ea typeface="Aptos"/>
                <a:cs typeface="Aptos"/>
              </a:rPr>
              <a:t>10-13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C836A-C25D-40D3-8440-28A14343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48000"/>
            <a:ext cx="21574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21F"/>
                </a:solidFill>
                <a:latin typeface="Aptos Display"/>
                <a:ea typeface="Aptos Display"/>
                <a:cs typeface="Aptos Display"/>
              </a:rPr>
              <a:t>Results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5F76D0-1186-4B54-BA24-AA79AE69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43300"/>
            <a:ext cx="21574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3"/>
          </a:solidFill>
          <a:ln xmlns:a="http://schemas.openxmlformats.org/drawingml/2006/main" w="0">
            <a:solidFill>
              <a:srgbClr val="DDE7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544E9-1992-480A-98D6-EDA1393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62375"/>
            <a:ext cx="21574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706B"/>
                </a:solidFill>
                <a:latin typeface="Aptos"/>
                <a:ea typeface="Aptos"/>
                <a:cs typeface="Aptos"/>
              </a:rPr>
              <a:t>Check total impact, linked DPP impact, and own assembly rows.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85B430-B174-43FA-B605-D803CE62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1790700"/>
            <a:ext cx="2614613" cy="2952750"/>
          </a:xfrm>
          <a:prstGeom xmlns:a="http://schemas.openxmlformats.org/drawingml/2006/main" prst="roundRect">
            <a:avLst>
              <a:gd name="adj" fmla="val 2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D74581-18F2-4C27-B180-232C652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0193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94F"/>
          </a:solidFill>
          <a:ln xmlns:a="http://schemas.openxmlformats.org/drawingml/2006/main" w="0">
            <a:solidFill>
              <a:srgbClr val="0759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851F79-1B82-4812-AE39-2DCA6649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1240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86db5963f4c08">
            <a:extLst>
              <a:ext uri="{96DAC541-7B7A-43D3-8B79-37D633B846F1}">
                <asvg:svgBlip xmlns:asvg="http://schemas.microsoft.com/office/drawing/2016/SVG/main" r:embed="Rd599cd4aedb440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925175" y="2066925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EFB71E-A96C-4A4E-8916-75F2E89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724150"/>
            <a:ext cx="215741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59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594F"/>
                </a:solidFill>
                <a:latin typeface="Aptos"/>
                <a:ea typeface="Aptos"/>
                <a:cs typeface="Aptos"/>
              </a:rPr>
              <a:t>13-15 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223254-06FA-4399-A67B-B5EC5B48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048000"/>
            <a:ext cx="21574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21F"/>
                </a:solidFill>
                <a:latin typeface="Aptos Display"/>
                <a:ea typeface="Aptos Display"/>
                <a:cs typeface="Aptos Display"/>
              </a:rPr>
              <a:t>Export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13F9A2-2FAE-4E33-9522-ABA820E9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43300"/>
            <a:ext cx="215741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3"/>
          </a:solidFill>
          <a:ln xmlns:a="http://schemas.openxmlformats.org/drawingml/2006/main" w="0">
            <a:solidFill>
              <a:srgbClr val="DDE7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6037B5-BA78-4B1C-B954-2247ADD1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762375"/>
            <a:ext cx="21574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706B"/>
                </a:solidFill>
                <a:latin typeface="Aptos"/>
                <a:ea typeface="Aptos"/>
                <a:cs typeface="Aptos"/>
              </a:rPr>
              <a:t>Download the DPP package and note missing or proxy information.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B9DDDA-DE7B-446D-89E9-B06A9D21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871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6E2"/>
          </a:solidFill>
          <a:ln xmlns:a="http://schemas.openxmlformats.org/drawingml/2006/main" w="10478">
            <a:solidFill>
              <a:srgbClr val="E6C36D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a5b9ec7764fcd">
            <a:extLst>
              <a:ext uri="{96DAC541-7B7A-43D3-8B79-37D633B846F1}">
                <asvg:svgBlip xmlns:asvg="http://schemas.microsoft.com/office/drawing/2016/SVG/main" r:embed="R78a2e24545e84b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52673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0E1A96-496E-4A8F-ACAB-DF349980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9700"/>
            <a:ext cx="1000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6B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6B00"/>
                </a:solidFill>
                <a:latin typeface="Aptos"/>
                <a:ea typeface="Aptos"/>
                <a:cs typeface="Aptos"/>
              </a:rPr>
              <a:t>Keep this interpretation visible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FD2272-E1ED-4B39-A9DC-BAA83BA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0"/>
            <a:ext cx="981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7221F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221F"/>
                </a:solidFill>
                <a:latin typeface="Aptos"/>
                <a:ea typeface="Aptos"/>
                <a:cs typeface="Aptos"/>
              </a:rPr>
              <a:t>CN = preloaded upstream cell DPP. BE = panel assembly rows. CN-to-BE transport can be documented as an optional logistics row; it is calculated only when transport factors are available.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033609-711C-4277-8A36-5F82C202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1087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60706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0706B"/>
                </a:solidFill>
                <a:latin typeface="Aptos"/>
                <a:ea typeface="Aptos"/>
                <a:cs typeface="Aptos"/>
              </a:rPr>
              <a:t>Output: one exported PV panel DPP package with participant-entered rows, linked cell DPP, assumptions, and GWP100 results.</a:t>
            </a:r>
          </a:p>
        </p:txBody>
      </p:sp>
    </p:spTree>
    <p:extLst>
      <p:ext uri="{BB962C8B-B14F-4D97-AF65-F5344CB8AC3E}">
        <p14:creationId xmlns:p14="http://schemas.microsoft.com/office/powerpoint/2010/main" val="1431183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2026-05-28T10:19:58.5050000Z</dcterms:created>
  <dcterms:modified xsi:type="dcterms:W3CDTF">2026-05-28T10:19:58.5050000Z</dcterms:modified>
</coreProperties>
</file>