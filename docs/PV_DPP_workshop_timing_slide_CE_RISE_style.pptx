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6db07ddc845a6" /><Relationship Type="http://schemas.openxmlformats.org/officeDocument/2006/relationships/extended-properties" Target="/docProps/app.xml" Id="Rd3be80b6986044f8" /><Relationship Type="http://schemas.openxmlformats.org/officeDocument/2006/relationships/officeDocument" Target="/ppt/presentation.xml" Id="Rc38e4e3decbc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1984c063b45fd"/>
  </p:sldMasterIdLst>
  <p:notesMasterIdLst>
    <p:notesMasterId xmlns:r="http://schemas.openxmlformats.org/officeDocument/2006/relationships" r:id="R462d6be9d4f045ab"/>
  </p:notesMasterIdLst>
  <p:sldIdLst>
    <p:sldId xmlns:r="http://schemas.openxmlformats.org/officeDocument/2006/relationships" id="256" r:id="R26b2d62f944749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1984c063b45fd" /><Relationship Type="http://schemas.openxmlformats.org/officeDocument/2006/relationships/theme" Target="/ppt/theme/theme1.xml" Id="R070a425cfbc64946" /><Relationship Type="http://schemas.openxmlformats.org/officeDocument/2006/relationships/notesMaster" Target="/ppt/notesMasters/notesMaster1.xml" Id="R462d6be9d4f045ab" /><Relationship Type="http://schemas.openxmlformats.org/officeDocument/2006/relationships/presProps" Target="/ppt/presProps.xml" Id="R47c304f88edd4894" /><Relationship Type="http://schemas.openxmlformats.org/officeDocument/2006/relationships/viewProps" Target="/ppt/viewProps.xml" Id="R26c20f9a49834052" /><Relationship Type="http://schemas.openxmlformats.org/officeDocument/2006/relationships/tableStyles" Target="/ppt/tableStyles.xml" Id="R8e703fb72a744a1d" /><Relationship Type="http://schemas.openxmlformats.org/officeDocument/2006/relationships/slide" Target="/ppt/slides/slide1.xml" Id="R26b2d62f944749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349cd61416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3df06f8cd345eb" /><Relationship Type="http://schemas.openxmlformats.org/officeDocument/2006/relationships/notesMaster" Target="/ppt/notesMasters/notesMaster1.xml" Id="R536f4604bfeb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1b0a6fc924fe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28bfe2f921c49a0" /><Relationship Type="http://schemas.openxmlformats.org/officeDocument/2006/relationships/slideLayout" Target="/ppt/slideLayouts/slideLayout2.xml" Id="R88c862268c4843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c862268c4843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6e1bc9ed44fd3" /><Relationship Type="http://schemas.openxmlformats.org/officeDocument/2006/relationships/image" Target="/ppt/media/image.png" Id="Rcbfb0522439342c4" /><Relationship Type="http://schemas.openxmlformats.org/officeDocument/2006/relationships/image" Target="/ppt/media/image2.png" Id="R4d12efaa41a24ef8" /><Relationship Type="http://schemas.openxmlformats.org/officeDocument/2006/relationships/image" Target="/ppt/media/image3.png" Id="Ree11e06c617e4966" /><Relationship Type="http://schemas.openxmlformats.org/officeDocument/2006/relationships/image" Target="/ppt/media/image.svg" Id="R0d70df828fa44a44" /><Relationship Type="http://schemas.openxmlformats.org/officeDocument/2006/relationships/image" Target="/ppt/media/image4.png" Id="Rb9767a74ab90499e" /><Relationship Type="http://schemas.openxmlformats.org/officeDocument/2006/relationships/image" Target="/ppt/media/image2.svg" Id="R6b43ae761b2e4049" /><Relationship Type="http://schemas.openxmlformats.org/officeDocument/2006/relationships/image" Target="/ppt/media/image5.png" Id="Rf5aa9912d64f42a8" /><Relationship Type="http://schemas.openxmlformats.org/officeDocument/2006/relationships/image" Target="/ppt/media/image3.svg" Id="R807833e8b18641ed" /><Relationship Type="http://schemas.openxmlformats.org/officeDocument/2006/relationships/image" Target="/ppt/media/image6.png" Id="Rd397f0d927174396" /><Relationship Type="http://schemas.openxmlformats.org/officeDocument/2006/relationships/image" Target="/ppt/media/image4.svg" Id="Ree43ec02d9b44b91" /><Relationship Type="http://schemas.openxmlformats.org/officeDocument/2006/relationships/image" Target="/ppt/media/image7.png" Id="R97bdac0c98fc4cc7" /><Relationship Type="http://schemas.openxmlformats.org/officeDocument/2006/relationships/image" Target="/ppt/media/image5.svg" Id="R15a0b6cbd303464e" /><Relationship Type="http://schemas.openxmlformats.org/officeDocument/2006/relationships/notesSlide" Target="/ppt/notesSlides/notesSlide1.xml" Id="R68036ee8576d41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b0522439342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07060-9BEF-4459-AD9D-57682334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8B713-5D00-4721-AE0E-E01D5245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F2BD4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325" b="1">
                <a:solidFill>
                  <a:srgbClr val="5F2BD4"/>
                </a:solidFill>
                <a:latin typeface="Arial Rounded MT Bold"/>
                <a:ea typeface="Arial Rounded MT Bold"/>
                <a:cs typeface="Arial Rounded MT Bold"/>
              </a:rPr>
              <a:t>CE-RISE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13F17-A081-4348-99E3-2903F15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24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PV Panel DPP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20DD0-1C99-49C9-AE59-1B80111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57275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rPr>
              <a:t>15 minutes to build, calculate, and export one mock Digital Product Passport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2efaa41a24ef8"/>
          <a:stretch xmlns:a="http://schemas.openxmlformats.org/drawingml/2006/main"/>
        </p:blipFill>
        <p:spPr>
          <a:xfrm xmlns:a="http://schemas.openxmlformats.org/drawingml/2006/main">
            <a:off x="10144329" y="514350"/>
            <a:ext cx="1142593" cy="91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451E9-32D7-478A-881A-941B26AA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595563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1430">
            <a:solidFill>
              <a:srgbClr val="FFFFFF">
                <a:alpha val="50196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5FEA4-2717-4BEE-970F-87CC4483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D6C40-E26A-458E-BA51-D0B22E28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2AC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2AC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e06c617e4966">
            <a:extLst>
              <a:ext uri="{96DAC541-7B7A-43D3-8B79-37D633B846F1}">
                <asvg:svgBlip xmlns:asvg="http://schemas.microsoft.com/office/drawing/2016/SVG/main" r:embed="R0d70df828fa44a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00313" y="2419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A1BFF-7EEF-49BC-9AFB-A3371694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21002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0-2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9BE95-9CF7-439A-AC2D-7E102454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10026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CEED1-650A-4569-9DE4-929902F1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1002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B2F4E-4E2A-48EA-B763-37D1A8E8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21002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rPr>
              <a:t>PV panel, Belgium assembly, reference 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050FD-4218-4294-9336-0B7015E5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595563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1430">
            <a:solidFill>
              <a:srgbClr val="FFFFFF">
                <a:alpha val="50196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E5D4C-BE6E-488E-A63D-144A29B2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9138D-68F8-411F-B248-D25EE81E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244792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2AC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2AC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67a74ab90499e">
            <a:extLst>
              <a:ext uri="{96DAC541-7B7A-43D3-8B79-37D633B846F1}">
                <asvg:svgBlip xmlns:asvg="http://schemas.microsoft.com/office/drawing/2016/SVG/main" r:embed="R6b43ae761b2e40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05425" y="2419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BD387-D93E-43A5-8B62-0F44036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076575"/>
            <a:ext cx="21002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2-10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68803-7879-4EDB-8EA6-7F2DE02B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390900"/>
            <a:ext cx="210026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Inventory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EF4ED-A985-43E1-B5C5-E3890F5A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3857625"/>
            <a:ext cx="21002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30189-3D89-438E-BE73-D82E3C0D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4048125"/>
            <a:ext cx="21002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rPr>
              <a:t>Add material rows. Cell DPP is preloaded.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78D03-3F28-4830-9D40-AAA40AC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2595563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1430">
            <a:solidFill>
              <a:srgbClr val="FFFFFF">
                <a:alpha val="50196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10EF5-71FA-458B-8193-447A4A2C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26423-A3D4-43A4-A22C-1B97E89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4792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a9912d64f42a8">
            <a:extLst>
              <a:ext uri="{96DAC541-7B7A-43D3-8B79-37D633B846F1}">
                <asvg:svgBlip xmlns:asvg="http://schemas.microsoft.com/office/drawing/2016/SVG/main" r:embed="R807833e8b18641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10538" y="2419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09184-5EE4-40BE-8ACB-25705A3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76575"/>
            <a:ext cx="21002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10-13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2C1FA-7CFE-4846-924E-771919C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90900"/>
            <a:ext cx="210026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2F5797-59C7-4D1E-A9B7-C7F61CEE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57625"/>
            <a:ext cx="21002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B6997-8C0E-4C7F-80C5-A5B92C05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48125"/>
            <a:ext cx="21002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rPr>
              <a:t>Check total, linked DPP, and own rows.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4DB29B-3157-4112-B338-803482D4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095500"/>
            <a:ext cx="2595563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11430">
            <a:solidFill>
              <a:srgbClr val="FFFFFF">
                <a:alpha val="50196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86918E-F3E0-457C-8FA3-B6783CE8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C35C5-9494-441C-9950-235993A7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47925"/>
            <a:ext cx="514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2AC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2AC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7f0d927174396">
            <a:extLst>
              <a:ext uri="{96DAC541-7B7A-43D3-8B79-37D633B846F1}">
                <asvg:svgBlip xmlns:asvg="http://schemas.microsoft.com/office/drawing/2016/SVG/main" r:embed="Ree43ec02d9b44b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15650" y="24193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0AE348-28AE-46A2-ACDA-DF70352F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76575"/>
            <a:ext cx="21002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13-15 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BADC4-59DC-4A14-A003-482D0EE2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390900"/>
            <a:ext cx="210026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86B04E-7FA7-4BF0-B0E9-694AC8C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857625"/>
            <a:ext cx="21002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0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B1B5CC-6960-47B5-9167-C7C7F511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048125"/>
            <a:ext cx="21002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rPr>
              <a:t>Download the DPP package and notes.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7558B3-6428-4A7F-8360-4DBCA48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10109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>
              <a:alpha val="18039"/>
            </a:srgbClr>
          </a:solidFill>
          <a:ln xmlns:a="http://schemas.openxmlformats.org/drawingml/2006/main" w="10478">
            <a:solidFill>
              <a:srgbClr val="FFFFFF">
                <a:alpha val="60392"/>
              </a:srgbClr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dac0c98fc4cc7">
            <a:extLst>
              <a:ext uri="{96DAC541-7B7A-43D3-8B79-37D633B846F1}">
                <asvg:svgBlip xmlns:asvg="http://schemas.microsoft.com/office/drawing/2016/SVG/main" r:embed="R15a0b6cbd30346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2387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6CEFE-BB47-483A-81B5-12729DBF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33975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this interpretation visible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A64B1-3262-4FF2-8FBF-D16DE5AB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38775"/>
            <a:ext cx="963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FFFFF">
                    <a:alpha val="90196"/>
                  </a:srgbClr>
                </a:solidFill>
                <a:latin typeface="Aptos"/>
                <a:ea typeface="Aptos"/>
                <a:cs typeface="Aptos"/>
              </a:rPr>
              <a:t>CN = preloaded upstream cell DPP. BE = panel assembly rows. CN-to-BE transport can be documented as an optional logistics row; calculate it only when transport factors are available.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C78DBC-13AB-420B-87D4-BC40FCBB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38875"/>
            <a:ext cx="1076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Output: one exported PV panel DPP package with participant rows, linked cell DPP, assumptions, and GWP100 results.</a:t>
            </a:r>
          </a:p>
        </p:txBody>
      </p:sp>
    </p:spTree>
    <p:extLst>
      <p:ext uri="{BB962C8B-B14F-4D97-AF65-F5344CB8AC3E}">
        <p14:creationId xmlns:p14="http://schemas.microsoft.com/office/powerpoint/2010/main" val="2119054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2026-05-28T10:26:14.3150000Z</dcterms:created>
  <dcterms:modified xsi:type="dcterms:W3CDTF">2026-05-28T10:26:14.3150000Z</dcterms:modified>
</coreProperties>
</file>